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802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058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Reservation System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JavaFX Desktop Application — OOP Final Project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full-featured desktop hotel management system built with Java &amp; JavaFX, covering the complete guest journey from booking to checkout.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5603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7647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3A5F"/>
                </a:solidFill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User Roles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679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Admin • Receptionist • Guest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5603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7647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3A5F"/>
                </a:solidFill>
              </a:rPr>
              <a:t>15+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Java Classes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679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Fully OOP architecture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5603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7647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3A5F"/>
                </a:solidFill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35040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Chat Modes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2679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Direct &amp; Broadcast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</a:rPr>
              <a:t>Core Features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Room booking, check-in/check-out, and invoice generation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Real-time multi-client chat between guests and receptionists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Admin dashboard: manage rooms, staff, amenities, and room types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Password validation, custom exceptions, and role-based access control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Package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Guest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37944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8379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Admin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258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Receptionist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679192"/>
            <a:ext cx="18745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6791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Staff (abstract)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99816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0998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Room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5204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RoomType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941064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94106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Amenity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31720" y="1417320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31720" y="14173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Reservation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31720" y="1837944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31720" y="18379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Invoice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31720" y="2258568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331720" y="2258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HotelDatabase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31720" y="2679192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331720" y="26791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ChatServer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31720" y="3099816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31720" y="30998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ChatClient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31720" y="3520440"/>
            <a:ext cx="18745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31720" y="35204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SampleData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960120"/>
            <a:ext cx="39319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Controllers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92040" y="1417320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14173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loginControl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1837944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18379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RegisterController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2258568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2258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MainClass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2679192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92040" y="26791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adminDashboardControl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92040" y="3099816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30998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ManageRoomsController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92040" y="3520440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92040" y="35204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ViewAvailableRoomController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92040" y="3941064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394106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MyReservationControl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1417320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903720" y="14173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ChatWindowController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03720" y="1837944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903720" y="183794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ReceptionistController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03720" y="2258568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03720" y="2258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ReceptionistCheckInController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03720" y="2679192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03720" y="267919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GuestController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03720" y="3099816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03720" y="30998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amenityController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03720" y="3520440"/>
            <a:ext cx="187452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903720" y="35204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RoomTypeController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OOP Concepts Applied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9144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🏗️  Inheritance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Staff is an abstract base class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extended by Admin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and Receptionist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9144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🔒  Encapsulation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All fields private with getters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&amp; setters. Password validated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in Guest class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9144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🔄  Polymorphism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Role-based login dispatches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different dashboards from the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same login form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9144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⚠️  Exception Handling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Custom: InvalidPaymentException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RoomNotAvailableException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for domain-level errors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Multi-Threading — Chat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ChatServer — Per-Client Thread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Each connecting client gets its own thread (ClientHandler implements Runnable). Allows N simultaneous users.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3749040" cy="1078992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0058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ClientHandler handler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ClientHandler(socket, this);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Thread(handler).start();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850392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ChatClient — Listener Thread (Daemon)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Background daemon thread continuously reads server messages without blocking the UI thread.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331720"/>
            <a:ext cx="3749040" cy="1078992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t = new Thread(() -&gt;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while(connected)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in.readLine()...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t.setDaemon(true); t.start();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657600"/>
            <a:ext cx="850392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ChatWindowController — Connect Thread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Network connection runs off the JavaFX main thread. Platform.runLater() safely updates the UI.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703320"/>
            <a:ext cx="3749040" cy="1078992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connectThread = new Thread(() -&gt;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chatClient = new ChatClient(...);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Platform.runLater(() -&gt; 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lbl_status.setText("Connected");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8"/>
                </a:solidFill>
              </a:rPr>
              <a:t>🔒  Thread Safety: Collections.synchronizedSet() for clients list  •  synchronized methods: broadcastMessage, sendMessageTo, removeClient  •  volatile boolean running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User Roles &amp; Permissions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👑  Admin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Manage receptionists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Add/remove room types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Configure amenities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View all system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651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65176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960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🏢  Receptionist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46120" y="192024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Check-in / Check-out guests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View all reservations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Manage room status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Chat with guests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960120"/>
            <a:ext cx="2651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89320" y="960120"/>
            <a:ext cx="265176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9320" y="960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🛎️  Guest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80760" y="192024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Browse available rooms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Make reservations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View my bookings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Chat with receptionist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HotelDatabase — In-Memory Data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</a:rPr>
              <a:t>HotelDatabase is a static singleton class that acts as the central data store, holding all runtime collections and current session state.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guests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01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ArrayList&lt;Guest&gt;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All registered guests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554480"/>
            <a:ext cx="26517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rooms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901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ArrayList&lt;Room&gt;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4612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All hotel rooms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554480"/>
            <a:ext cx="26517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reservations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1901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ArrayList&lt;Reservation&gt;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All bookings (with overlap check)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26517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715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invoices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999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ArrayList&lt;Invoice&gt;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invoices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2651760"/>
            <a:ext cx="26517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46120" y="2715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roomTypes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2999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ArrayList&lt;RoomType&gt;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Room categories &amp; pricing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2651760"/>
            <a:ext cx="265176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2715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amenities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2999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ArrayList&lt;Amenity&gt;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Room amenity definitions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Session State:  currentGuest  •  currentAdmin  •  currentReceptionist  — track the logged-in user per role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Application Flow — Demo Walkthrough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8328" y="10698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Login / Register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Enter credentials → role detected → dashboard loaded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4872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0698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96312" y="1527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Admin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96312" y="1874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Manage rooms, room types, amenities, receptionists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81144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90872" y="10698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9087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72584" y="1527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Guest Browsing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72584" y="1874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View available rooms by type, price, amenities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57416" y="9601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67144" y="10698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67144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48856" y="1527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Make Reservation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48856" y="1874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Select dates → overlap check → booking confirmed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97180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8328" y="308152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Check-In (Receptionist)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3886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Find reservation → mark checked-in → assign room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04872" y="297180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14600" y="308152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1460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96312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Chat System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96312" y="3886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Launch server → connect → message guest ↔ receptionist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81144" y="2971800"/>
            <a:ext cx="435254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90872" y="308152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9087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72584" y="3538728"/>
            <a:ext cx="4169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Check-Out &amp; Invoice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72584" y="3886200"/>
            <a:ext cx="4169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Calculate total → generate invoice → release room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64008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880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4B8A6"/>
                </a:solidFill>
              </a:rPr>
              <a:t>Hotel Reservation System — OOP Final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Questions?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609</Words>
  <Application>Microsoft Office PowerPoint</Application>
  <PresentationFormat>On-screen Show (16:9)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Reservation System</dc:title>
  <dc:subject>PptxGenJS Presentation</dc:subject>
  <dc:creator>PptxGenJS</dc:creator>
  <cp:lastModifiedBy>Abdallah Nageh</cp:lastModifiedBy>
  <cp:revision>3</cp:revision>
  <dcterms:created xsi:type="dcterms:W3CDTF">2026-05-14T07:25:59Z</dcterms:created>
  <dcterms:modified xsi:type="dcterms:W3CDTF">2026-05-14T16:44:36Z</dcterms:modified>
</cp:coreProperties>
</file>